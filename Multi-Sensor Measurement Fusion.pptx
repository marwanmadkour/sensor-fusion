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6" r:id="rId7"/>
    <p:sldId id="267" r:id="rId8"/>
    <p:sldId id="260" r:id="rId9"/>
    <p:sldId id="261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205E60-43F4-4F0F-A285-5118165F9C8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1D05908-60C4-40FE-A413-48C452572975}">
      <dgm:prSet/>
      <dgm:spPr/>
      <dgm:t>
        <a:bodyPr/>
        <a:lstStyle/>
        <a:p>
          <a:r>
            <a:rPr lang="en-CA"/>
            <a:t>Better accuracy</a:t>
          </a:r>
          <a:endParaRPr lang="en-US"/>
        </a:p>
      </dgm:t>
    </dgm:pt>
    <dgm:pt modelId="{4850D367-825F-4C4E-AF41-4745508AC44E}" type="parTrans" cxnId="{B834D8B3-E6BB-4D44-8986-877DBA578BD7}">
      <dgm:prSet/>
      <dgm:spPr/>
      <dgm:t>
        <a:bodyPr/>
        <a:lstStyle/>
        <a:p>
          <a:endParaRPr lang="en-US"/>
        </a:p>
      </dgm:t>
    </dgm:pt>
    <dgm:pt modelId="{16ADA259-D77F-472E-864B-383CC069E9EB}" type="sibTrans" cxnId="{B834D8B3-E6BB-4D44-8986-877DBA578BD7}">
      <dgm:prSet/>
      <dgm:spPr/>
      <dgm:t>
        <a:bodyPr/>
        <a:lstStyle/>
        <a:p>
          <a:endParaRPr lang="en-US"/>
        </a:p>
      </dgm:t>
    </dgm:pt>
    <dgm:pt modelId="{24EDB884-33C5-425C-92F6-244031C6783D}">
      <dgm:prSet/>
      <dgm:spPr/>
      <dgm:t>
        <a:bodyPr/>
        <a:lstStyle/>
        <a:p>
          <a:r>
            <a:rPr lang="en-CA"/>
            <a:t>Fault tolerance</a:t>
          </a:r>
          <a:endParaRPr lang="en-US"/>
        </a:p>
      </dgm:t>
    </dgm:pt>
    <dgm:pt modelId="{638AA777-2DEF-4F9C-91F8-4339BAE8951E}" type="parTrans" cxnId="{1C2E23F8-E81A-4A1E-AB7D-ADA6F2BC3AC6}">
      <dgm:prSet/>
      <dgm:spPr/>
      <dgm:t>
        <a:bodyPr/>
        <a:lstStyle/>
        <a:p>
          <a:endParaRPr lang="en-US"/>
        </a:p>
      </dgm:t>
    </dgm:pt>
    <dgm:pt modelId="{0175F35A-504E-43F8-B38C-D6A066B6E9B4}" type="sibTrans" cxnId="{1C2E23F8-E81A-4A1E-AB7D-ADA6F2BC3AC6}">
      <dgm:prSet/>
      <dgm:spPr/>
      <dgm:t>
        <a:bodyPr/>
        <a:lstStyle/>
        <a:p>
          <a:endParaRPr lang="en-US"/>
        </a:p>
      </dgm:t>
    </dgm:pt>
    <dgm:pt modelId="{E28FDC96-D30C-4641-8DF4-5DE3C6C6E0E3}">
      <dgm:prSet/>
      <dgm:spPr/>
      <dgm:t>
        <a:bodyPr/>
        <a:lstStyle/>
        <a:p>
          <a:r>
            <a:rPr lang="en-CA"/>
            <a:t>More spatial coverage</a:t>
          </a:r>
          <a:endParaRPr lang="en-US"/>
        </a:p>
      </dgm:t>
    </dgm:pt>
    <dgm:pt modelId="{199D8172-803F-4C77-A264-FCE7811AB5F6}" type="parTrans" cxnId="{86258513-667E-4659-AF0A-18974CB5DA23}">
      <dgm:prSet/>
      <dgm:spPr/>
      <dgm:t>
        <a:bodyPr/>
        <a:lstStyle/>
        <a:p>
          <a:endParaRPr lang="en-US"/>
        </a:p>
      </dgm:t>
    </dgm:pt>
    <dgm:pt modelId="{303411D1-B49A-4F87-8193-3A594F563401}" type="sibTrans" cxnId="{86258513-667E-4659-AF0A-18974CB5DA23}">
      <dgm:prSet/>
      <dgm:spPr/>
      <dgm:t>
        <a:bodyPr/>
        <a:lstStyle/>
        <a:p>
          <a:endParaRPr lang="en-US"/>
        </a:p>
      </dgm:t>
    </dgm:pt>
    <dgm:pt modelId="{794ECEF1-5E94-4C61-B4CE-3425AF696054}">
      <dgm:prSet/>
      <dgm:spPr/>
      <dgm:t>
        <a:bodyPr/>
        <a:lstStyle/>
        <a:p>
          <a:r>
            <a:rPr lang="en-CA"/>
            <a:t>Different sensors</a:t>
          </a:r>
          <a:endParaRPr lang="en-US"/>
        </a:p>
      </dgm:t>
    </dgm:pt>
    <dgm:pt modelId="{F298A882-54F6-4783-81D0-80EB1582746A}" type="parTrans" cxnId="{34EB06BE-50F8-4014-B354-202DC5610938}">
      <dgm:prSet/>
      <dgm:spPr/>
      <dgm:t>
        <a:bodyPr/>
        <a:lstStyle/>
        <a:p>
          <a:endParaRPr lang="en-US"/>
        </a:p>
      </dgm:t>
    </dgm:pt>
    <dgm:pt modelId="{AC06490C-4A4C-414F-A967-F72E588A4755}" type="sibTrans" cxnId="{34EB06BE-50F8-4014-B354-202DC5610938}">
      <dgm:prSet/>
      <dgm:spPr/>
      <dgm:t>
        <a:bodyPr/>
        <a:lstStyle/>
        <a:p>
          <a:endParaRPr lang="en-US"/>
        </a:p>
      </dgm:t>
    </dgm:pt>
    <dgm:pt modelId="{68F8B79B-84BB-4F31-8BBE-AA363EAF1706}" type="pres">
      <dgm:prSet presAssocID="{1A205E60-43F4-4F0F-A285-5118165F9C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978B262-F41F-4A69-AAF4-A9B5EAC6929B}" type="pres">
      <dgm:prSet presAssocID="{F1D05908-60C4-40FE-A413-48C452572975}" presName="hierRoot1" presStyleCnt="0"/>
      <dgm:spPr/>
    </dgm:pt>
    <dgm:pt modelId="{CFE3A779-D8BF-4265-B8C0-820C83C5E6A1}" type="pres">
      <dgm:prSet presAssocID="{F1D05908-60C4-40FE-A413-48C452572975}" presName="composite" presStyleCnt="0"/>
      <dgm:spPr/>
    </dgm:pt>
    <dgm:pt modelId="{D6525A2A-339D-49AA-AEEA-DC409554A850}" type="pres">
      <dgm:prSet presAssocID="{F1D05908-60C4-40FE-A413-48C452572975}" presName="background" presStyleLbl="node0" presStyleIdx="0" presStyleCnt="4"/>
      <dgm:spPr/>
    </dgm:pt>
    <dgm:pt modelId="{5EBB38E6-E381-45F4-82FF-8D8641FC3691}" type="pres">
      <dgm:prSet presAssocID="{F1D05908-60C4-40FE-A413-48C452572975}" presName="text" presStyleLbl="fgAcc0" presStyleIdx="0" presStyleCnt="4">
        <dgm:presLayoutVars>
          <dgm:chPref val="3"/>
        </dgm:presLayoutVars>
      </dgm:prSet>
      <dgm:spPr/>
    </dgm:pt>
    <dgm:pt modelId="{25F7D916-33C6-4BE5-8274-92AE1D335E3C}" type="pres">
      <dgm:prSet presAssocID="{F1D05908-60C4-40FE-A413-48C452572975}" presName="hierChild2" presStyleCnt="0"/>
      <dgm:spPr/>
    </dgm:pt>
    <dgm:pt modelId="{6CB6285B-DEB4-4B07-9426-6B1CC81429FA}" type="pres">
      <dgm:prSet presAssocID="{24EDB884-33C5-425C-92F6-244031C6783D}" presName="hierRoot1" presStyleCnt="0"/>
      <dgm:spPr/>
    </dgm:pt>
    <dgm:pt modelId="{F30019EE-E84D-4DCE-86D8-9C3A48F1CA47}" type="pres">
      <dgm:prSet presAssocID="{24EDB884-33C5-425C-92F6-244031C6783D}" presName="composite" presStyleCnt="0"/>
      <dgm:spPr/>
    </dgm:pt>
    <dgm:pt modelId="{CB1CA680-4E3D-436A-A2E3-39C2DDEDA2CE}" type="pres">
      <dgm:prSet presAssocID="{24EDB884-33C5-425C-92F6-244031C6783D}" presName="background" presStyleLbl="node0" presStyleIdx="1" presStyleCnt="4"/>
      <dgm:spPr/>
    </dgm:pt>
    <dgm:pt modelId="{5EE567E6-BE81-4494-8B2F-0FE2B3F3B80E}" type="pres">
      <dgm:prSet presAssocID="{24EDB884-33C5-425C-92F6-244031C6783D}" presName="text" presStyleLbl="fgAcc0" presStyleIdx="1" presStyleCnt="4">
        <dgm:presLayoutVars>
          <dgm:chPref val="3"/>
        </dgm:presLayoutVars>
      </dgm:prSet>
      <dgm:spPr/>
    </dgm:pt>
    <dgm:pt modelId="{C14B8D9E-4FF8-4649-BB7B-25A2E69865FB}" type="pres">
      <dgm:prSet presAssocID="{24EDB884-33C5-425C-92F6-244031C6783D}" presName="hierChild2" presStyleCnt="0"/>
      <dgm:spPr/>
    </dgm:pt>
    <dgm:pt modelId="{3C193580-4E87-4264-9700-7A39B014D2F6}" type="pres">
      <dgm:prSet presAssocID="{E28FDC96-D30C-4641-8DF4-5DE3C6C6E0E3}" presName="hierRoot1" presStyleCnt="0"/>
      <dgm:spPr/>
    </dgm:pt>
    <dgm:pt modelId="{8735DA0F-4B20-4BFE-A7F3-1D6CBB35A90F}" type="pres">
      <dgm:prSet presAssocID="{E28FDC96-D30C-4641-8DF4-5DE3C6C6E0E3}" presName="composite" presStyleCnt="0"/>
      <dgm:spPr/>
    </dgm:pt>
    <dgm:pt modelId="{78049CC9-00CC-4D64-8FE8-EB57B98A3D76}" type="pres">
      <dgm:prSet presAssocID="{E28FDC96-D30C-4641-8DF4-5DE3C6C6E0E3}" presName="background" presStyleLbl="node0" presStyleIdx="2" presStyleCnt="4"/>
      <dgm:spPr/>
    </dgm:pt>
    <dgm:pt modelId="{5DF92A5D-4BBC-457E-A2F9-4D446D16A767}" type="pres">
      <dgm:prSet presAssocID="{E28FDC96-D30C-4641-8DF4-5DE3C6C6E0E3}" presName="text" presStyleLbl="fgAcc0" presStyleIdx="2" presStyleCnt="4">
        <dgm:presLayoutVars>
          <dgm:chPref val="3"/>
        </dgm:presLayoutVars>
      </dgm:prSet>
      <dgm:spPr/>
    </dgm:pt>
    <dgm:pt modelId="{3DDCF99B-C83B-4035-A83B-6C542EE99282}" type="pres">
      <dgm:prSet presAssocID="{E28FDC96-D30C-4641-8DF4-5DE3C6C6E0E3}" presName="hierChild2" presStyleCnt="0"/>
      <dgm:spPr/>
    </dgm:pt>
    <dgm:pt modelId="{96EA4559-174C-4DD9-B6D7-A091AFD2F0F2}" type="pres">
      <dgm:prSet presAssocID="{794ECEF1-5E94-4C61-B4CE-3425AF696054}" presName="hierRoot1" presStyleCnt="0"/>
      <dgm:spPr/>
    </dgm:pt>
    <dgm:pt modelId="{104E5B2F-F3C1-4C94-8543-782DD583CFDA}" type="pres">
      <dgm:prSet presAssocID="{794ECEF1-5E94-4C61-B4CE-3425AF696054}" presName="composite" presStyleCnt="0"/>
      <dgm:spPr/>
    </dgm:pt>
    <dgm:pt modelId="{DC3DB918-184A-4D75-A578-2405F95E4BDD}" type="pres">
      <dgm:prSet presAssocID="{794ECEF1-5E94-4C61-B4CE-3425AF696054}" presName="background" presStyleLbl="node0" presStyleIdx="3" presStyleCnt="4"/>
      <dgm:spPr/>
    </dgm:pt>
    <dgm:pt modelId="{ACF6495B-FF38-4143-A53B-319FCB2BB882}" type="pres">
      <dgm:prSet presAssocID="{794ECEF1-5E94-4C61-B4CE-3425AF696054}" presName="text" presStyleLbl="fgAcc0" presStyleIdx="3" presStyleCnt="4">
        <dgm:presLayoutVars>
          <dgm:chPref val="3"/>
        </dgm:presLayoutVars>
      </dgm:prSet>
      <dgm:spPr/>
    </dgm:pt>
    <dgm:pt modelId="{E6A6D091-5508-4BFB-AAE8-DAE0E79F923F}" type="pres">
      <dgm:prSet presAssocID="{794ECEF1-5E94-4C61-B4CE-3425AF696054}" presName="hierChild2" presStyleCnt="0"/>
      <dgm:spPr/>
    </dgm:pt>
  </dgm:ptLst>
  <dgm:cxnLst>
    <dgm:cxn modelId="{30330B03-16C3-4A0E-B2FE-571AFCA1DEDC}" type="presOf" srcId="{E28FDC96-D30C-4641-8DF4-5DE3C6C6E0E3}" destId="{5DF92A5D-4BBC-457E-A2F9-4D446D16A767}" srcOrd="0" destOrd="0" presId="urn:microsoft.com/office/officeart/2005/8/layout/hierarchy1"/>
    <dgm:cxn modelId="{86258513-667E-4659-AF0A-18974CB5DA23}" srcId="{1A205E60-43F4-4F0F-A285-5118165F9C8B}" destId="{E28FDC96-D30C-4641-8DF4-5DE3C6C6E0E3}" srcOrd="2" destOrd="0" parTransId="{199D8172-803F-4C77-A264-FCE7811AB5F6}" sibTransId="{303411D1-B49A-4F87-8193-3A594F563401}"/>
    <dgm:cxn modelId="{DF269887-BE93-4073-BA19-79E22B0E5640}" type="presOf" srcId="{24EDB884-33C5-425C-92F6-244031C6783D}" destId="{5EE567E6-BE81-4494-8B2F-0FE2B3F3B80E}" srcOrd="0" destOrd="0" presId="urn:microsoft.com/office/officeart/2005/8/layout/hierarchy1"/>
    <dgm:cxn modelId="{0081AB8A-98C0-42B8-B72B-F9EDC0152F37}" type="presOf" srcId="{F1D05908-60C4-40FE-A413-48C452572975}" destId="{5EBB38E6-E381-45F4-82FF-8D8641FC3691}" srcOrd="0" destOrd="0" presId="urn:microsoft.com/office/officeart/2005/8/layout/hierarchy1"/>
    <dgm:cxn modelId="{B834D8B3-E6BB-4D44-8986-877DBA578BD7}" srcId="{1A205E60-43F4-4F0F-A285-5118165F9C8B}" destId="{F1D05908-60C4-40FE-A413-48C452572975}" srcOrd="0" destOrd="0" parTransId="{4850D367-825F-4C4E-AF41-4745508AC44E}" sibTransId="{16ADA259-D77F-472E-864B-383CC069E9EB}"/>
    <dgm:cxn modelId="{B2EA43B8-6B74-4F38-BAEB-6D7F5909E860}" type="presOf" srcId="{1A205E60-43F4-4F0F-A285-5118165F9C8B}" destId="{68F8B79B-84BB-4F31-8BBE-AA363EAF1706}" srcOrd="0" destOrd="0" presId="urn:microsoft.com/office/officeart/2005/8/layout/hierarchy1"/>
    <dgm:cxn modelId="{34EB06BE-50F8-4014-B354-202DC5610938}" srcId="{1A205E60-43F4-4F0F-A285-5118165F9C8B}" destId="{794ECEF1-5E94-4C61-B4CE-3425AF696054}" srcOrd="3" destOrd="0" parTransId="{F298A882-54F6-4783-81D0-80EB1582746A}" sibTransId="{AC06490C-4A4C-414F-A967-F72E588A4755}"/>
    <dgm:cxn modelId="{06E91FCE-008B-408C-919D-E24678661DE9}" type="presOf" srcId="{794ECEF1-5E94-4C61-B4CE-3425AF696054}" destId="{ACF6495B-FF38-4143-A53B-319FCB2BB882}" srcOrd="0" destOrd="0" presId="urn:microsoft.com/office/officeart/2005/8/layout/hierarchy1"/>
    <dgm:cxn modelId="{1C2E23F8-E81A-4A1E-AB7D-ADA6F2BC3AC6}" srcId="{1A205E60-43F4-4F0F-A285-5118165F9C8B}" destId="{24EDB884-33C5-425C-92F6-244031C6783D}" srcOrd="1" destOrd="0" parTransId="{638AA777-2DEF-4F9C-91F8-4339BAE8951E}" sibTransId="{0175F35A-504E-43F8-B38C-D6A066B6E9B4}"/>
    <dgm:cxn modelId="{A57F76B9-CD05-4DC5-AF4D-7C958306B5A4}" type="presParOf" srcId="{68F8B79B-84BB-4F31-8BBE-AA363EAF1706}" destId="{B978B262-F41F-4A69-AAF4-A9B5EAC6929B}" srcOrd="0" destOrd="0" presId="urn:microsoft.com/office/officeart/2005/8/layout/hierarchy1"/>
    <dgm:cxn modelId="{8CD200C4-AB15-4822-BDF4-0340C78E8A19}" type="presParOf" srcId="{B978B262-F41F-4A69-AAF4-A9B5EAC6929B}" destId="{CFE3A779-D8BF-4265-B8C0-820C83C5E6A1}" srcOrd="0" destOrd="0" presId="urn:microsoft.com/office/officeart/2005/8/layout/hierarchy1"/>
    <dgm:cxn modelId="{08E1B645-A225-45A1-8A47-32134655C913}" type="presParOf" srcId="{CFE3A779-D8BF-4265-B8C0-820C83C5E6A1}" destId="{D6525A2A-339D-49AA-AEEA-DC409554A850}" srcOrd="0" destOrd="0" presId="urn:microsoft.com/office/officeart/2005/8/layout/hierarchy1"/>
    <dgm:cxn modelId="{170433CD-4676-4B64-935F-E46EF726BD5E}" type="presParOf" srcId="{CFE3A779-D8BF-4265-B8C0-820C83C5E6A1}" destId="{5EBB38E6-E381-45F4-82FF-8D8641FC3691}" srcOrd="1" destOrd="0" presId="urn:microsoft.com/office/officeart/2005/8/layout/hierarchy1"/>
    <dgm:cxn modelId="{6C06CF5A-35E4-429B-882A-A4786CCD0ED7}" type="presParOf" srcId="{B978B262-F41F-4A69-AAF4-A9B5EAC6929B}" destId="{25F7D916-33C6-4BE5-8274-92AE1D335E3C}" srcOrd="1" destOrd="0" presId="urn:microsoft.com/office/officeart/2005/8/layout/hierarchy1"/>
    <dgm:cxn modelId="{7256870E-561A-48A6-8720-35F0F6BA5731}" type="presParOf" srcId="{68F8B79B-84BB-4F31-8BBE-AA363EAF1706}" destId="{6CB6285B-DEB4-4B07-9426-6B1CC81429FA}" srcOrd="1" destOrd="0" presId="urn:microsoft.com/office/officeart/2005/8/layout/hierarchy1"/>
    <dgm:cxn modelId="{D67DE439-9FBE-410C-B76D-E161F9F5B875}" type="presParOf" srcId="{6CB6285B-DEB4-4B07-9426-6B1CC81429FA}" destId="{F30019EE-E84D-4DCE-86D8-9C3A48F1CA47}" srcOrd="0" destOrd="0" presId="urn:microsoft.com/office/officeart/2005/8/layout/hierarchy1"/>
    <dgm:cxn modelId="{99D7D311-F2A9-46C7-921D-F43D7D645A4D}" type="presParOf" srcId="{F30019EE-E84D-4DCE-86D8-9C3A48F1CA47}" destId="{CB1CA680-4E3D-436A-A2E3-39C2DDEDA2CE}" srcOrd="0" destOrd="0" presId="urn:microsoft.com/office/officeart/2005/8/layout/hierarchy1"/>
    <dgm:cxn modelId="{CE25F92B-FF26-4FCC-B346-2BC1697BD82F}" type="presParOf" srcId="{F30019EE-E84D-4DCE-86D8-9C3A48F1CA47}" destId="{5EE567E6-BE81-4494-8B2F-0FE2B3F3B80E}" srcOrd="1" destOrd="0" presId="urn:microsoft.com/office/officeart/2005/8/layout/hierarchy1"/>
    <dgm:cxn modelId="{73D36D66-F51E-487C-9B14-7AD159E676B4}" type="presParOf" srcId="{6CB6285B-DEB4-4B07-9426-6B1CC81429FA}" destId="{C14B8D9E-4FF8-4649-BB7B-25A2E69865FB}" srcOrd="1" destOrd="0" presId="urn:microsoft.com/office/officeart/2005/8/layout/hierarchy1"/>
    <dgm:cxn modelId="{FE19C414-E193-425D-BE6D-22E76EA57914}" type="presParOf" srcId="{68F8B79B-84BB-4F31-8BBE-AA363EAF1706}" destId="{3C193580-4E87-4264-9700-7A39B014D2F6}" srcOrd="2" destOrd="0" presId="urn:microsoft.com/office/officeart/2005/8/layout/hierarchy1"/>
    <dgm:cxn modelId="{E1F07C7E-DEEC-41B5-B331-1EF95D24DBE3}" type="presParOf" srcId="{3C193580-4E87-4264-9700-7A39B014D2F6}" destId="{8735DA0F-4B20-4BFE-A7F3-1D6CBB35A90F}" srcOrd="0" destOrd="0" presId="urn:microsoft.com/office/officeart/2005/8/layout/hierarchy1"/>
    <dgm:cxn modelId="{CAE7548A-B3B9-4DFF-96AB-B4443AC58650}" type="presParOf" srcId="{8735DA0F-4B20-4BFE-A7F3-1D6CBB35A90F}" destId="{78049CC9-00CC-4D64-8FE8-EB57B98A3D76}" srcOrd="0" destOrd="0" presId="urn:microsoft.com/office/officeart/2005/8/layout/hierarchy1"/>
    <dgm:cxn modelId="{66B790CF-DF7C-4782-9FED-376CF2FAB7CC}" type="presParOf" srcId="{8735DA0F-4B20-4BFE-A7F3-1D6CBB35A90F}" destId="{5DF92A5D-4BBC-457E-A2F9-4D446D16A767}" srcOrd="1" destOrd="0" presId="urn:microsoft.com/office/officeart/2005/8/layout/hierarchy1"/>
    <dgm:cxn modelId="{B38D0E55-FF20-4C33-8CF1-36ABA7B74D4A}" type="presParOf" srcId="{3C193580-4E87-4264-9700-7A39B014D2F6}" destId="{3DDCF99B-C83B-4035-A83B-6C542EE99282}" srcOrd="1" destOrd="0" presId="urn:microsoft.com/office/officeart/2005/8/layout/hierarchy1"/>
    <dgm:cxn modelId="{18256ED0-AD85-4C89-B567-F66A8C9B3DCD}" type="presParOf" srcId="{68F8B79B-84BB-4F31-8BBE-AA363EAF1706}" destId="{96EA4559-174C-4DD9-B6D7-A091AFD2F0F2}" srcOrd="3" destOrd="0" presId="urn:microsoft.com/office/officeart/2005/8/layout/hierarchy1"/>
    <dgm:cxn modelId="{185B98B2-247D-4641-A999-457371839761}" type="presParOf" srcId="{96EA4559-174C-4DD9-B6D7-A091AFD2F0F2}" destId="{104E5B2F-F3C1-4C94-8543-782DD583CFDA}" srcOrd="0" destOrd="0" presId="urn:microsoft.com/office/officeart/2005/8/layout/hierarchy1"/>
    <dgm:cxn modelId="{1E73F1A7-D0BF-4173-B27B-4823F3F23E26}" type="presParOf" srcId="{104E5B2F-F3C1-4C94-8543-782DD583CFDA}" destId="{DC3DB918-184A-4D75-A578-2405F95E4BDD}" srcOrd="0" destOrd="0" presId="urn:microsoft.com/office/officeart/2005/8/layout/hierarchy1"/>
    <dgm:cxn modelId="{11B46F05-D754-48F5-970F-DCE6BDD90382}" type="presParOf" srcId="{104E5B2F-F3C1-4C94-8543-782DD583CFDA}" destId="{ACF6495B-FF38-4143-A53B-319FCB2BB882}" srcOrd="1" destOrd="0" presId="urn:microsoft.com/office/officeart/2005/8/layout/hierarchy1"/>
    <dgm:cxn modelId="{BE8BC566-761D-4E90-8A1E-9813F42AA15E}" type="presParOf" srcId="{96EA4559-174C-4DD9-B6D7-A091AFD2F0F2}" destId="{E6A6D091-5508-4BFB-AAE8-DAE0E79F923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70C502-C4FA-47AC-8553-212A4AF6385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F8630B-C3F1-4D44-957A-3252A8BEAF9E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Modified code to allow for multiple sensors and their parameters.</a:t>
          </a:r>
          <a:endParaRPr lang="en-US"/>
        </a:p>
      </dgm:t>
    </dgm:pt>
    <dgm:pt modelId="{27D4D9FE-7721-4130-A379-DA6255A34092}" type="parTrans" cxnId="{C5252D49-A2A8-4E9C-8A81-BFBE85CB82E1}">
      <dgm:prSet/>
      <dgm:spPr/>
      <dgm:t>
        <a:bodyPr/>
        <a:lstStyle/>
        <a:p>
          <a:endParaRPr lang="en-US"/>
        </a:p>
      </dgm:t>
    </dgm:pt>
    <dgm:pt modelId="{276620F8-9D6C-489C-A4E3-98EA07A79CA6}" type="sibTrans" cxnId="{C5252D49-A2A8-4E9C-8A81-BFBE85CB82E1}">
      <dgm:prSet/>
      <dgm:spPr/>
      <dgm:t>
        <a:bodyPr/>
        <a:lstStyle/>
        <a:p>
          <a:endParaRPr lang="en-US"/>
        </a:p>
      </dgm:t>
    </dgm:pt>
    <dgm:pt modelId="{65743CDB-4127-4AA2-9B03-523E6F7711EC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Used measurement fusion.</a:t>
          </a:r>
          <a:endParaRPr lang="en-US"/>
        </a:p>
      </dgm:t>
    </dgm:pt>
    <dgm:pt modelId="{534D996E-F965-459C-A4AB-74D3086FFFA5}" type="parTrans" cxnId="{5B47B38C-EBDE-44EA-B6BE-516ACCB17C70}">
      <dgm:prSet/>
      <dgm:spPr/>
      <dgm:t>
        <a:bodyPr/>
        <a:lstStyle/>
        <a:p>
          <a:endParaRPr lang="en-US"/>
        </a:p>
      </dgm:t>
    </dgm:pt>
    <dgm:pt modelId="{D3AAC692-53E2-4B70-9535-FD1F67D7D2C8}" type="sibTrans" cxnId="{5B47B38C-EBDE-44EA-B6BE-516ACCB17C70}">
      <dgm:prSet/>
      <dgm:spPr/>
      <dgm:t>
        <a:bodyPr/>
        <a:lstStyle/>
        <a:p>
          <a:endParaRPr lang="en-US"/>
        </a:p>
      </dgm:t>
    </dgm:pt>
    <dgm:pt modelId="{7169FA30-8F71-47B3-9123-0C0925DC0D5D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Added functionality for different sampling time.</a:t>
          </a:r>
          <a:endParaRPr lang="en-US"/>
        </a:p>
      </dgm:t>
    </dgm:pt>
    <dgm:pt modelId="{EFAC9A86-102F-4EAD-9FD9-83FD5D155C34}" type="parTrans" cxnId="{94161CED-4083-4212-BF5F-B23D91BA7A61}">
      <dgm:prSet/>
      <dgm:spPr/>
      <dgm:t>
        <a:bodyPr/>
        <a:lstStyle/>
        <a:p>
          <a:endParaRPr lang="en-US"/>
        </a:p>
      </dgm:t>
    </dgm:pt>
    <dgm:pt modelId="{EE99BB62-48CF-46CA-82E9-3C1C37CEC545}" type="sibTrans" cxnId="{94161CED-4083-4212-BF5F-B23D91BA7A61}">
      <dgm:prSet/>
      <dgm:spPr/>
      <dgm:t>
        <a:bodyPr/>
        <a:lstStyle/>
        <a:p>
          <a:endParaRPr lang="en-US"/>
        </a:p>
      </dgm:t>
    </dgm:pt>
    <dgm:pt modelId="{831F0A03-5470-488E-8E68-8FB2A6E7BC0E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Keep track of the last time a measurement is taken</a:t>
          </a:r>
          <a:endParaRPr lang="en-US"/>
        </a:p>
      </dgm:t>
    </dgm:pt>
    <dgm:pt modelId="{BB821CE6-A3DA-46DB-9401-0BC0E0FA83FE}" type="parTrans" cxnId="{AB81FD87-B51D-4454-AE61-586ACD354F91}">
      <dgm:prSet/>
      <dgm:spPr/>
      <dgm:t>
        <a:bodyPr/>
        <a:lstStyle/>
        <a:p>
          <a:endParaRPr lang="en-US"/>
        </a:p>
      </dgm:t>
    </dgm:pt>
    <dgm:pt modelId="{C63793DA-21A3-4427-9A59-A39AF456B27D}" type="sibTrans" cxnId="{AB81FD87-B51D-4454-AE61-586ACD354F91}">
      <dgm:prSet/>
      <dgm:spPr/>
      <dgm:t>
        <a:bodyPr/>
        <a:lstStyle/>
        <a:p>
          <a:endParaRPr lang="en-US"/>
        </a:p>
      </dgm:t>
    </dgm:pt>
    <dgm:pt modelId="{0D0E47A0-B309-468C-B9DE-895AE7461D9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When measuring at the same time it results in zero delta time: F, G change</a:t>
          </a:r>
          <a:endParaRPr lang="en-US"/>
        </a:p>
      </dgm:t>
    </dgm:pt>
    <dgm:pt modelId="{4A7ADF4D-11A5-4550-8452-6E233D2D6DF1}" type="parTrans" cxnId="{61063089-47AD-4DED-B1EF-A4F337369CE9}">
      <dgm:prSet/>
      <dgm:spPr/>
      <dgm:t>
        <a:bodyPr/>
        <a:lstStyle/>
        <a:p>
          <a:endParaRPr lang="en-US"/>
        </a:p>
      </dgm:t>
    </dgm:pt>
    <dgm:pt modelId="{B9BAFC1C-FE7F-43FD-B1EF-FA56ADC42264}" type="sibTrans" cxnId="{61063089-47AD-4DED-B1EF-A4F337369CE9}">
      <dgm:prSet/>
      <dgm:spPr/>
      <dgm:t>
        <a:bodyPr/>
        <a:lstStyle/>
        <a:p>
          <a:endParaRPr lang="en-US"/>
        </a:p>
      </dgm:t>
    </dgm:pt>
    <dgm:pt modelId="{2DF53333-0276-4A16-8AC8-F2C23F4D8813}" type="pres">
      <dgm:prSet presAssocID="{AA70C502-C4FA-47AC-8553-212A4AF63859}" presName="root" presStyleCnt="0">
        <dgm:presLayoutVars>
          <dgm:dir/>
          <dgm:resizeHandles val="exact"/>
        </dgm:presLayoutVars>
      </dgm:prSet>
      <dgm:spPr/>
    </dgm:pt>
    <dgm:pt modelId="{557B2FA8-7481-431A-828A-4834244999C3}" type="pres">
      <dgm:prSet presAssocID="{50F8630B-C3F1-4D44-957A-3252A8BEAF9E}" presName="compNode" presStyleCnt="0"/>
      <dgm:spPr/>
    </dgm:pt>
    <dgm:pt modelId="{C31EB481-41B6-45AF-B352-6B4008734B39}" type="pres">
      <dgm:prSet presAssocID="{50F8630B-C3F1-4D44-957A-3252A8BEAF9E}" presName="bgRect" presStyleLbl="bgShp" presStyleIdx="0" presStyleCnt="5"/>
      <dgm:spPr/>
    </dgm:pt>
    <dgm:pt modelId="{F80BF57A-26DF-474A-8A3A-8395D7744026}" type="pres">
      <dgm:prSet presAssocID="{50F8630B-C3F1-4D44-957A-3252A8BEAF9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7C13C58-9B4B-4573-982E-E7BF16E5F47E}" type="pres">
      <dgm:prSet presAssocID="{50F8630B-C3F1-4D44-957A-3252A8BEAF9E}" presName="spaceRect" presStyleCnt="0"/>
      <dgm:spPr/>
    </dgm:pt>
    <dgm:pt modelId="{6CFBE90C-0D17-48AD-9F69-E85D8FDBDC84}" type="pres">
      <dgm:prSet presAssocID="{50F8630B-C3F1-4D44-957A-3252A8BEAF9E}" presName="parTx" presStyleLbl="revTx" presStyleIdx="0" presStyleCnt="5">
        <dgm:presLayoutVars>
          <dgm:chMax val="0"/>
          <dgm:chPref val="0"/>
        </dgm:presLayoutVars>
      </dgm:prSet>
      <dgm:spPr/>
    </dgm:pt>
    <dgm:pt modelId="{A31479EB-008D-491F-9A15-1697ED0E7444}" type="pres">
      <dgm:prSet presAssocID="{276620F8-9D6C-489C-A4E3-98EA07A79CA6}" presName="sibTrans" presStyleCnt="0"/>
      <dgm:spPr/>
    </dgm:pt>
    <dgm:pt modelId="{DC8114A6-F8ED-4790-A89D-356D45D526F7}" type="pres">
      <dgm:prSet presAssocID="{65743CDB-4127-4AA2-9B03-523E6F7711EC}" presName="compNode" presStyleCnt="0"/>
      <dgm:spPr/>
    </dgm:pt>
    <dgm:pt modelId="{7FAE974F-28D6-413B-9F30-425CF446521F}" type="pres">
      <dgm:prSet presAssocID="{65743CDB-4127-4AA2-9B03-523E6F7711EC}" presName="bgRect" presStyleLbl="bgShp" presStyleIdx="1" presStyleCnt="5"/>
      <dgm:spPr/>
    </dgm:pt>
    <dgm:pt modelId="{82212830-2720-4BF3-A143-E2C734BC5814}" type="pres">
      <dgm:prSet presAssocID="{65743CDB-4127-4AA2-9B03-523E6F7711E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39056D14-3BB7-4095-9384-BCC8E0C35576}" type="pres">
      <dgm:prSet presAssocID="{65743CDB-4127-4AA2-9B03-523E6F7711EC}" presName="spaceRect" presStyleCnt="0"/>
      <dgm:spPr/>
    </dgm:pt>
    <dgm:pt modelId="{FCE67C62-4088-4DFF-BD1F-8E5DA09197D2}" type="pres">
      <dgm:prSet presAssocID="{65743CDB-4127-4AA2-9B03-523E6F7711EC}" presName="parTx" presStyleLbl="revTx" presStyleIdx="1" presStyleCnt="5">
        <dgm:presLayoutVars>
          <dgm:chMax val="0"/>
          <dgm:chPref val="0"/>
        </dgm:presLayoutVars>
      </dgm:prSet>
      <dgm:spPr/>
    </dgm:pt>
    <dgm:pt modelId="{7C075FB9-D26F-4DB8-A983-AADE1446EA1B}" type="pres">
      <dgm:prSet presAssocID="{D3AAC692-53E2-4B70-9535-FD1F67D7D2C8}" presName="sibTrans" presStyleCnt="0"/>
      <dgm:spPr/>
    </dgm:pt>
    <dgm:pt modelId="{231F61E3-F395-4DA7-8727-870A7B0436CA}" type="pres">
      <dgm:prSet presAssocID="{7169FA30-8F71-47B3-9123-0C0925DC0D5D}" presName="compNode" presStyleCnt="0"/>
      <dgm:spPr/>
    </dgm:pt>
    <dgm:pt modelId="{D1482632-1B49-4A8B-9445-4A2E4EB7F539}" type="pres">
      <dgm:prSet presAssocID="{7169FA30-8F71-47B3-9123-0C0925DC0D5D}" presName="bgRect" presStyleLbl="bgShp" presStyleIdx="2" presStyleCnt="5"/>
      <dgm:spPr/>
    </dgm:pt>
    <dgm:pt modelId="{6ECFC36B-8F19-4093-B22D-2941857E2ECC}" type="pres">
      <dgm:prSet presAssocID="{7169FA30-8F71-47B3-9123-0C0925DC0D5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02594CBB-6E77-4E10-87F9-4208F7D7BF9B}" type="pres">
      <dgm:prSet presAssocID="{7169FA30-8F71-47B3-9123-0C0925DC0D5D}" presName="spaceRect" presStyleCnt="0"/>
      <dgm:spPr/>
    </dgm:pt>
    <dgm:pt modelId="{A754C8E4-4238-405E-90F7-027865B6C81A}" type="pres">
      <dgm:prSet presAssocID="{7169FA30-8F71-47B3-9123-0C0925DC0D5D}" presName="parTx" presStyleLbl="revTx" presStyleIdx="2" presStyleCnt="5">
        <dgm:presLayoutVars>
          <dgm:chMax val="0"/>
          <dgm:chPref val="0"/>
        </dgm:presLayoutVars>
      </dgm:prSet>
      <dgm:spPr/>
    </dgm:pt>
    <dgm:pt modelId="{BBF05841-3DB5-4ED2-8CE5-DF9D5B835FAB}" type="pres">
      <dgm:prSet presAssocID="{EE99BB62-48CF-46CA-82E9-3C1C37CEC545}" presName="sibTrans" presStyleCnt="0"/>
      <dgm:spPr/>
    </dgm:pt>
    <dgm:pt modelId="{10EDE6F4-1270-4F2A-A42B-898E964E9145}" type="pres">
      <dgm:prSet presAssocID="{831F0A03-5470-488E-8E68-8FB2A6E7BC0E}" presName="compNode" presStyleCnt="0"/>
      <dgm:spPr/>
    </dgm:pt>
    <dgm:pt modelId="{8E934911-8C41-4E50-BC7E-79A800695FA0}" type="pres">
      <dgm:prSet presAssocID="{831F0A03-5470-488E-8E68-8FB2A6E7BC0E}" presName="bgRect" presStyleLbl="bgShp" presStyleIdx="3" presStyleCnt="5"/>
      <dgm:spPr/>
    </dgm:pt>
    <dgm:pt modelId="{851DE8CB-4143-4DB3-B4DE-C475310DEC9F}" type="pres">
      <dgm:prSet presAssocID="{831F0A03-5470-488E-8E68-8FB2A6E7BC0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8BBC3B9-7CE3-4C4B-9E9A-B7EAE1D39520}" type="pres">
      <dgm:prSet presAssocID="{831F0A03-5470-488E-8E68-8FB2A6E7BC0E}" presName="spaceRect" presStyleCnt="0"/>
      <dgm:spPr/>
    </dgm:pt>
    <dgm:pt modelId="{9EE90602-82FB-4DF9-BF82-F3A3E7347136}" type="pres">
      <dgm:prSet presAssocID="{831F0A03-5470-488E-8E68-8FB2A6E7BC0E}" presName="parTx" presStyleLbl="revTx" presStyleIdx="3" presStyleCnt="5">
        <dgm:presLayoutVars>
          <dgm:chMax val="0"/>
          <dgm:chPref val="0"/>
        </dgm:presLayoutVars>
      </dgm:prSet>
      <dgm:spPr/>
    </dgm:pt>
    <dgm:pt modelId="{5D47FB81-2DA7-4DBD-AFF7-D6B8B7FEA317}" type="pres">
      <dgm:prSet presAssocID="{C63793DA-21A3-4427-9A59-A39AF456B27D}" presName="sibTrans" presStyleCnt="0"/>
      <dgm:spPr/>
    </dgm:pt>
    <dgm:pt modelId="{F7960BB7-3551-4A87-B9E6-20EBAF81F2B9}" type="pres">
      <dgm:prSet presAssocID="{0D0E47A0-B309-468C-B9DE-895AE7461D93}" presName="compNode" presStyleCnt="0"/>
      <dgm:spPr/>
    </dgm:pt>
    <dgm:pt modelId="{77923D73-AEAD-4F78-9887-E5DB1341D6EB}" type="pres">
      <dgm:prSet presAssocID="{0D0E47A0-B309-468C-B9DE-895AE7461D93}" presName="bgRect" presStyleLbl="bgShp" presStyleIdx="4" presStyleCnt="5"/>
      <dgm:spPr/>
    </dgm:pt>
    <dgm:pt modelId="{3AD1D21A-2DAB-4F3A-B5EA-420E54419B71}" type="pres">
      <dgm:prSet presAssocID="{0D0E47A0-B309-468C-B9DE-895AE7461D9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5D9D5014-2BE1-49A7-9796-429228475A68}" type="pres">
      <dgm:prSet presAssocID="{0D0E47A0-B309-468C-B9DE-895AE7461D93}" presName="spaceRect" presStyleCnt="0"/>
      <dgm:spPr/>
    </dgm:pt>
    <dgm:pt modelId="{2478CDBE-22F4-4287-A189-77B7D5E62F74}" type="pres">
      <dgm:prSet presAssocID="{0D0E47A0-B309-468C-B9DE-895AE7461D9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5931F1F-DB46-4423-B43E-61A226554ECC}" type="presOf" srcId="{AA70C502-C4FA-47AC-8553-212A4AF63859}" destId="{2DF53333-0276-4A16-8AC8-F2C23F4D8813}" srcOrd="0" destOrd="0" presId="urn:microsoft.com/office/officeart/2018/2/layout/IconVerticalSolidList"/>
    <dgm:cxn modelId="{98B9C931-0EDA-4EAF-9B17-01B75A7C3F71}" type="presOf" srcId="{7169FA30-8F71-47B3-9123-0C0925DC0D5D}" destId="{A754C8E4-4238-405E-90F7-027865B6C81A}" srcOrd="0" destOrd="0" presId="urn:microsoft.com/office/officeart/2018/2/layout/IconVerticalSolidList"/>
    <dgm:cxn modelId="{C5252D49-A2A8-4E9C-8A81-BFBE85CB82E1}" srcId="{AA70C502-C4FA-47AC-8553-212A4AF63859}" destId="{50F8630B-C3F1-4D44-957A-3252A8BEAF9E}" srcOrd="0" destOrd="0" parTransId="{27D4D9FE-7721-4130-A379-DA6255A34092}" sibTransId="{276620F8-9D6C-489C-A4E3-98EA07A79CA6}"/>
    <dgm:cxn modelId="{AB81FD87-B51D-4454-AE61-586ACD354F91}" srcId="{AA70C502-C4FA-47AC-8553-212A4AF63859}" destId="{831F0A03-5470-488E-8E68-8FB2A6E7BC0E}" srcOrd="3" destOrd="0" parTransId="{BB821CE6-A3DA-46DB-9401-0BC0E0FA83FE}" sibTransId="{C63793DA-21A3-4427-9A59-A39AF456B27D}"/>
    <dgm:cxn modelId="{61063089-47AD-4DED-B1EF-A4F337369CE9}" srcId="{AA70C502-C4FA-47AC-8553-212A4AF63859}" destId="{0D0E47A0-B309-468C-B9DE-895AE7461D93}" srcOrd="4" destOrd="0" parTransId="{4A7ADF4D-11A5-4550-8452-6E233D2D6DF1}" sibTransId="{B9BAFC1C-FE7F-43FD-B1EF-FA56ADC42264}"/>
    <dgm:cxn modelId="{5B47B38C-EBDE-44EA-B6BE-516ACCB17C70}" srcId="{AA70C502-C4FA-47AC-8553-212A4AF63859}" destId="{65743CDB-4127-4AA2-9B03-523E6F7711EC}" srcOrd="1" destOrd="0" parTransId="{534D996E-F965-459C-A4AB-74D3086FFFA5}" sibTransId="{D3AAC692-53E2-4B70-9535-FD1F67D7D2C8}"/>
    <dgm:cxn modelId="{86E08190-F651-44AA-9E43-96622C5AD626}" type="presOf" srcId="{0D0E47A0-B309-468C-B9DE-895AE7461D93}" destId="{2478CDBE-22F4-4287-A189-77B7D5E62F74}" srcOrd="0" destOrd="0" presId="urn:microsoft.com/office/officeart/2018/2/layout/IconVerticalSolidList"/>
    <dgm:cxn modelId="{D3A0109E-7774-42BA-9774-38A73813AAF6}" type="presOf" srcId="{50F8630B-C3F1-4D44-957A-3252A8BEAF9E}" destId="{6CFBE90C-0D17-48AD-9F69-E85D8FDBDC84}" srcOrd="0" destOrd="0" presId="urn:microsoft.com/office/officeart/2018/2/layout/IconVerticalSolidList"/>
    <dgm:cxn modelId="{D9E4E6B8-48C8-4FEF-90C6-C8E62A044AB8}" type="presOf" srcId="{65743CDB-4127-4AA2-9B03-523E6F7711EC}" destId="{FCE67C62-4088-4DFF-BD1F-8E5DA09197D2}" srcOrd="0" destOrd="0" presId="urn:microsoft.com/office/officeart/2018/2/layout/IconVerticalSolidList"/>
    <dgm:cxn modelId="{8E635EC8-73DF-476A-90C7-0C9BA97637B8}" type="presOf" srcId="{831F0A03-5470-488E-8E68-8FB2A6E7BC0E}" destId="{9EE90602-82FB-4DF9-BF82-F3A3E7347136}" srcOrd="0" destOrd="0" presId="urn:microsoft.com/office/officeart/2018/2/layout/IconVerticalSolidList"/>
    <dgm:cxn modelId="{94161CED-4083-4212-BF5F-B23D91BA7A61}" srcId="{AA70C502-C4FA-47AC-8553-212A4AF63859}" destId="{7169FA30-8F71-47B3-9123-0C0925DC0D5D}" srcOrd="2" destOrd="0" parTransId="{EFAC9A86-102F-4EAD-9FD9-83FD5D155C34}" sibTransId="{EE99BB62-48CF-46CA-82E9-3C1C37CEC545}"/>
    <dgm:cxn modelId="{52FFFAA9-729D-4A53-BBC7-49FD00592FF3}" type="presParOf" srcId="{2DF53333-0276-4A16-8AC8-F2C23F4D8813}" destId="{557B2FA8-7481-431A-828A-4834244999C3}" srcOrd="0" destOrd="0" presId="urn:microsoft.com/office/officeart/2018/2/layout/IconVerticalSolidList"/>
    <dgm:cxn modelId="{81AFFE16-F751-46AB-8307-C3D5E0F19AE4}" type="presParOf" srcId="{557B2FA8-7481-431A-828A-4834244999C3}" destId="{C31EB481-41B6-45AF-B352-6B4008734B39}" srcOrd="0" destOrd="0" presId="urn:microsoft.com/office/officeart/2018/2/layout/IconVerticalSolidList"/>
    <dgm:cxn modelId="{40C9E647-7311-4B5B-A445-80AA6868398B}" type="presParOf" srcId="{557B2FA8-7481-431A-828A-4834244999C3}" destId="{F80BF57A-26DF-474A-8A3A-8395D7744026}" srcOrd="1" destOrd="0" presId="urn:microsoft.com/office/officeart/2018/2/layout/IconVerticalSolidList"/>
    <dgm:cxn modelId="{04222E60-F5F7-4E3D-9D94-61E56BB5064F}" type="presParOf" srcId="{557B2FA8-7481-431A-828A-4834244999C3}" destId="{37C13C58-9B4B-4573-982E-E7BF16E5F47E}" srcOrd="2" destOrd="0" presId="urn:microsoft.com/office/officeart/2018/2/layout/IconVerticalSolidList"/>
    <dgm:cxn modelId="{2AD162A8-F568-49F4-AE4A-A1D89F363562}" type="presParOf" srcId="{557B2FA8-7481-431A-828A-4834244999C3}" destId="{6CFBE90C-0D17-48AD-9F69-E85D8FDBDC84}" srcOrd="3" destOrd="0" presId="urn:microsoft.com/office/officeart/2018/2/layout/IconVerticalSolidList"/>
    <dgm:cxn modelId="{102A24F2-1FB0-42BB-8044-5561B07D6948}" type="presParOf" srcId="{2DF53333-0276-4A16-8AC8-F2C23F4D8813}" destId="{A31479EB-008D-491F-9A15-1697ED0E7444}" srcOrd="1" destOrd="0" presId="urn:microsoft.com/office/officeart/2018/2/layout/IconVerticalSolidList"/>
    <dgm:cxn modelId="{EA4FDBB8-71D0-4BA7-8E28-F2CADB7C8825}" type="presParOf" srcId="{2DF53333-0276-4A16-8AC8-F2C23F4D8813}" destId="{DC8114A6-F8ED-4790-A89D-356D45D526F7}" srcOrd="2" destOrd="0" presId="urn:microsoft.com/office/officeart/2018/2/layout/IconVerticalSolidList"/>
    <dgm:cxn modelId="{5A7BA934-CC2A-41E9-9F2C-B22CD72A6AED}" type="presParOf" srcId="{DC8114A6-F8ED-4790-A89D-356D45D526F7}" destId="{7FAE974F-28D6-413B-9F30-425CF446521F}" srcOrd="0" destOrd="0" presId="urn:microsoft.com/office/officeart/2018/2/layout/IconVerticalSolidList"/>
    <dgm:cxn modelId="{52AB5325-D648-497B-90D9-22A51CF58EA3}" type="presParOf" srcId="{DC8114A6-F8ED-4790-A89D-356D45D526F7}" destId="{82212830-2720-4BF3-A143-E2C734BC5814}" srcOrd="1" destOrd="0" presId="urn:microsoft.com/office/officeart/2018/2/layout/IconVerticalSolidList"/>
    <dgm:cxn modelId="{134FC893-826C-4199-97BA-F2FACD18FE01}" type="presParOf" srcId="{DC8114A6-F8ED-4790-A89D-356D45D526F7}" destId="{39056D14-3BB7-4095-9384-BCC8E0C35576}" srcOrd="2" destOrd="0" presId="urn:microsoft.com/office/officeart/2018/2/layout/IconVerticalSolidList"/>
    <dgm:cxn modelId="{CB017BBC-9DFB-4EAD-8B6D-105C0528052D}" type="presParOf" srcId="{DC8114A6-F8ED-4790-A89D-356D45D526F7}" destId="{FCE67C62-4088-4DFF-BD1F-8E5DA09197D2}" srcOrd="3" destOrd="0" presId="urn:microsoft.com/office/officeart/2018/2/layout/IconVerticalSolidList"/>
    <dgm:cxn modelId="{E11C9CBE-BCF1-4A40-9EC6-7419E71F4DEE}" type="presParOf" srcId="{2DF53333-0276-4A16-8AC8-F2C23F4D8813}" destId="{7C075FB9-D26F-4DB8-A983-AADE1446EA1B}" srcOrd="3" destOrd="0" presId="urn:microsoft.com/office/officeart/2018/2/layout/IconVerticalSolidList"/>
    <dgm:cxn modelId="{59E14D70-08A9-4E11-83E9-C61A9DD15AED}" type="presParOf" srcId="{2DF53333-0276-4A16-8AC8-F2C23F4D8813}" destId="{231F61E3-F395-4DA7-8727-870A7B0436CA}" srcOrd="4" destOrd="0" presId="urn:microsoft.com/office/officeart/2018/2/layout/IconVerticalSolidList"/>
    <dgm:cxn modelId="{D40A8673-14C4-4C20-BCB7-F2B7120BDCD4}" type="presParOf" srcId="{231F61E3-F395-4DA7-8727-870A7B0436CA}" destId="{D1482632-1B49-4A8B-9445-4A2E4EB7F539}" srcOrd="0" destOrd="0" presId="urn:microsoft.com/office/officeart/2018/2/layout/IconVerticalSolidList"/>
    <dgm:cxn modelId="{D9C63356-8092-4615-96C4-DE62E3CD6CD0}" type="presParOf" srcId="{231F61E3-F395-4DA7-8727-870A7B0436CA}" destId="{6ECFC36B-8F19-4093-B22D-2941857E2ECC}" srcOrd="1" destOrd="0" presId="urn:microsoft.com/office/officeart/2018/2/layout/IconVerticalSolidList"/>
    <dgm:cxn modelId="{5F4F2733-D578-42C5-89BB-C45F8B8FC175}" type="presParOf" srcId="{231F61E3-F395-4DA7-8727-870A7B0436CA}" destId="{02594CBB-6E77-4E10-87F9-4208F7D7BF9B}" srcOrd="2" destOrd="0" presId="urn:microsoft.com/office/officeart/2018/2/layout/IconVerticalSolidList"/>
    <dgm:cxn modelId="{98DA13F2-51D7-4D27-B521-3C17B86D718B}" type="presParOf" srcId="{231F61E3-F395-4DA7-8727-870A7B0436CA}" destId="{A754C8E4-4238-405E-90F7-027865B6C81A}" srcOrd="3" destOrd="0" presId="urn:microsoft.com/office/officeart/2018/2/layout/IconVerticalSolidList"/>
    <dgm:cxn modelId="{3FC52852-3BC3-4260-A1CC-EDB4B912955D}" type="presParOf" srcId="{2DF53333-0276-4A16-8AC8-F2C23F4D8813}" destId="{BBF05841-3DB5-4ED2-8CE5-DF9D5B835FAB}" srcOrd="5" destOrd="0" presId="urn:microsoft.com/office/officeart/2018/2/layout/IconVerticalSolidList"/>
    <dgm:cxn modelId="{AC11DC04-6DEA-40B3-9ADA-D9277C81639F}" type="presParOf" srcId="{2DF53333-0276-4A16-8AC8-F2C23F4D8813}" destId="{10EDE6F4-1270-4F2A-A42B-898E964E9145}" srcOrd="6" destOrd="0" presId="urn:microsoft.com/office/officeart/2018/2/layout/IconVerticalSolidList"/>
    <dgm:cxn modelId="{D4457D54-5251-407A-BD92-574303C0F9A7}" type="presParOf" srcId="{10EDE6F4-1270-4F2A-A42B-898E964E9145}" destId="{8E934911-8C41-4E50-BC7E-79A800695FA0}" srcOrd="0" destOrd="0" presId="urn:microsoft.com/office/officeart/2018/2/layout/IconVerticalSolidList"/>
    <dgm:cxn modelId="{E4F8C4D7-F5B9-45F5-9832-502DD97BDF87}" type="presParOf" srcId="{10EDE6F4-1270-4F2A-A42B-898E964E9145}" destId="{851DE8CB-4143-4DB3-B4DE-C475310DEC9F}" srcOrd="1" destOrd="0" presId="urn:microsoft.com/office/officeart/2018/2/layout/IconVerticalSolidList"/>
    <dgm:cxn modelId="{D0EBB4A4-E873-4943-BBD9-A45972119E0C}" type="presParOf" srcId="{10EDE6F4-1270-4F2A-A42B-898E964E9145}" destId="{E8BBC3B9-7CE3-4C4B-9E9A-B7EAE1D39520}" srcOrd="2" destOrd="0" presId="urn:microsoft.com/office/officeart/2018/2/layout/IconVerticalSolidList"/>
    <dgm:cxn modelId="{DB842B55-5857-4960-935C-D6A8083448CD}" type="presParOf" srcId="{10EDE6F4-1270-4F2A-A42B-898E964E9145}" destId="{9EE90602-82FB-4DF9-BF82-F3A3E7347136}" srcOrd="3" destOrd="0" presId="urn:microsoft.com/office/officeart/2018/2/layout/IconVerticalSolidList"/>
    <dgm:cxn modelId="{D372D3D7-2417-4974-83EC-DF7FDED98439}" type="presParOf" srcId="{2DF53333-0276-4A16-8AC8-F2C23F4D8813}" destId="{5D47FB81-2DA7-4DBD-AFF7-D6B8B7FEA317}" srcOrd="7" destOrd="0" presId="urn:microsoft.com/office/officeart/2018/2/layout/IconVerticalSolidList"/>
    <dgm:cxn modelId="{E278FE0E-26AE-42D4-BB49-EDE4D11D0448}" type="presParOf" srcId="{2DF53333-0276-4A16-8AC8-F2C23F4D8813}" destId="{F7960BB7-3551-4A87-B9E6-20EBAF81F2B9}" srcOrd="8" destOrd="0" presId="urn:microsoft.com/office/officeart/2018/2/layout/IconVerticalSolidList"/>
    <dgm:cxn modelId="{757983CC-A256-4FAD-A922-C6AD7033C4A5}" type="presParOf" srcId="{F7960BB7-3551-4A87-B9E6-20EBAF81F2B9}" destId="{77923D73-AEAD-4F78-9887-E5DB1341D6EB}" srcOrd="0" destOrd="0" presId="urn:microsoft.com/office/officeart/2018/2/layout/IconVerticalSolidList"/>
    <dgm:cxn modelId="{1DCF8D86-0806-4F6F-8141-80DDE5764659}" type="presParOf" srcId="{F7960BB7-3551-4A87-B9E6-20EBAF81F2B9}" destId="{3AD1D21A-2DAB-4F3A-B5EA-420E54419B71}" srcOrd="1" destOrd="0" presId="urn:microsoft.com/office/officeart/2018/2/layout/IconVerticalSolidList"/>
    <dgm:cxn modelId="{60CA5940-6E1F-462D-8F5A-AED96EF1BDE3}" type="presParOf" srcId="{F7960BB7-3551-4A87-B9E6-20EBAF81F2B9}" destId="{5D9D5014-2BE1-49A7-9796-429228475A68}" srcOrd="2" destOrd="0" presId="urn:microsoft.com/office/officeart/2018/2/layout/IconVerticalSolidList"/>
    <dgm:cxn modelId="{BCD255E5-B9F1-4A2B-8B87-37208FE55B5E}" type="presParOf" srcId="{F7960BB7-3551-4A87-B9E6-20EBAF81F2B9}" destId="{2478CDBE-22F4-4287-A189-77B7D5E62F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25A2A-339D-49AA-AEEA-DC409554A850}">
      <dsp:nvSpPr>
        <dsp:cNvPr id="0" name=""/>
        <dsp:cNvSpPr/>
      </dsp:nvSpPr>
      <dsp:spPr>
        <a:xfrm>
          <a:off x="2978" y="1059941"/>
          <a:ext cx="2126965" cy="1350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BB38E6-E381-45F4-82FF-8D8641FC3691}">
      <dsp:nvSpPr>
        <dsp:cNvPr id="0" name=""/>
        <dsp:cNvSpPr/>
      </dsp:nvSpPr>
      <dsp:spPr>
        <a:xfrm>
          <a:off x="239308" y="1284454"/>
          <a:ext cx="2126965" cy="13506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Better accuracy</a:t>
          </a:r>
          <a:endParaRPr lang="en-US" sz="2700" kern="1200"/>
        </a:p>
      </dsp:txBody>
      <dsp:txXfrm>
        <a:off x="278866" y="1324012"/>
        <a:ext cx="2047849" cy="1271507"/>
      </dsp:txXfrm>
    </dsp:sp>
    <dsp:sp modelId="{CB1CA680-4E3D-436A-A2E3-39C2DDEDA2CE}">
      <dsp:nvSpPr>
        <dsp:cNvPr id="0" name=""/>
        <dsp:cNvSpPr/>
      </dsp:nvSpPr>
      <dsp:spPr>
        <a:xfrm>
          <a:off x="2602603" y="1059941"/>
          <a:ext cx="2126965" cy="1350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E567E6-BE81-4494-8B2F-0FE2B3F3B80E}">
      <dsp:nvSpPr>
        <dsp:cNvPr id="0" name=""/>
        <dsp:cNvSpPr/>
      </dsp:nvSpPr>
      <dsp:spPr>
        <a:xfrm>
          <a:off x="2838933" y="1284454"/>
          <a:ext cx="2126965" cy="13506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Fault tolerance</a:t>
          </a:r>
          <a:endParaRPr lang="en-US" sz="2700" kern="1200"/>
        </a:p>
      </dsp:txBody>
      <dsp:txXfrm>
        <a:off x="2878491" y="1324012"/>
        <a:ext cx="2047849" cy="1271507"/>
      </dsp:txXfrm>
    </dsp:sp>
    <dsp:sp modelId="{78049CC9-00CC-4D64-8FE8-EB57B98A3D76}">
      <dsp:nvSpPr>
        <dsp:cNvPr id="0" name=""/>
        <dsp:cNvSpPr/>
      </dsp:nvSpPr>
      <dsp:spPr>
        <a:xfrm>
          <a:off x="5202228" y="1059941"/>
          <a:ext cx="2126965" cy="1350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F92A5D-4BBC-457E-A2F9-4D446D16A767}">
      <dsp:nvSpPr>
        <dsp:cNvPr id="0" name=""/>
        <dsp:cNvSpPr/>
      </dsp:nvSpPr>
      <dsp:spPr>
        <a:xfrm>
          <a:off x="5438558" y="1284454"/>
          <a:ext cx="2126965" cy="13506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More spatial coverage</a:t>
          </a:r>
          <a:endParaRPr lang="en-US" sz="2700" kern="1200"/>
        </a:p>
      </dsp:txBody>
      <dsp:txXfrm>
        <a:off x="5478116" y="1324012"/>
        <a:ext cx="2047849" cy="1271507"/>
      </dsp:txXfrm>
    </dsp:sp>
    <dsp:sp modelId="{DC3DB918-184A-4D75-A578-2405F95E4BDD}">
      <dsp:nvSpPr>
        <dsp:cNvPr id="0" name=""/>
        <dsp:cNvSpPr/>
      </dsp:nvSpPr>
      <dsp:spPr>
        <a:xfrm>
          <a:off x="7801853" y="1059941"/>
          <a:ext cx="2126965" cy="1350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F6495B-FF38-4143-A53B-319FCB2BB882}">
      <dsp:nvSpPr>
        <dsp:cNvPr id="0" name=""/>
        <dsp:cNvSpPr/>
      </dsp:nvSpPr>
      <dsp:spPr>
        <a:xfrm>
          <a:off x="8038183" y="1284454"/>
          <a:ext cx="2126965" cy="13506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Different sensors</a:t>
          </a:r>
          <a:endParaRPr lang="en-US" sz="2700" kern="1200"/>
        </a:p>
      </dsp:txBody>
      <dsp:txXfrm>
        <a:off x="8077741" y="1324012"/>
        <a:ext cx="2047849" cy="12715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1EB481-41B6-45AF-B352-6B4008734B39}">
      <dsp:nvSpPr>
        <dsp:cNvPr id="0" name=""/>
        <dsp:cNvSpPr/>
      </dsp:nvSpPr>
      <dsp:spPr>
        <a:xfrm>
          <a:off x="0" y="2886"/>
          <a:ext cx="10168127" cy="6148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0BF57A-26DF-474A-8A3A-8395D7744026}">
      <dsp:nvSpPr>
        <dsp:cNvPr id="0" name=""/>
        <dsp:cNvSpPr/>
      </dsp:nvSpPr>
      <dsp:spPr>
        <a:xfrm>
          <a:off x="185999" y="141233"/>
          <a:ext cx="338180" cy="3381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BE90C-0D17-48AD-9F69-E85D8FDBDC84}">
      <dsp:nvSpPr>
        <dsp:cNvPr id="0" name=""/>
        <dsp:cNvSpPr/>
      </dsp:nvSpPr>
      <dsp:spPr>
        <a:xfrm>
          <a:off x="710179" y="2886"/>
          <a:ext cx="9457948" cy="614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74" tIns="65074" rIns="65074" bIns="6507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Modified code to allow for multiple sensors and their parameters.</a:t>
          </a:r>
          <a:endParaRPr lang="en-US" sz="1900" kern="1200"/>
        </a:p>
      </dsp:txBody>
      <dsp:txXfrm>
        <a:off x="710179" y="2886"/>
        <a:ext cx="9457948" cy="614874"/>
      </dsp:txXfrm>
    </dsp:sp>
    <dsp:sp modelId="{7FAE974F-28D6-413B-9F30-425CF446521F}">
      <dsp:nvSpPr>
        <dsp:cNvPr id="0" name=""/>
        <dsp:cNvSpPr/>
      </dsp:nvSpPr>
      <dsp:spPr>
        <a:xfrm>
          <a:off x="0" y="771479"/>
          <a:ext cx="10168127" cy="6148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12830-2720-4BF3-A143-E2C734BC5814}">
      <dsp:nvSpPr>
        <dsp:cNvPr id="0" name=""/>
        <dsp:cNvSpPr/>
      </dsp:nvSpPr>
      <dsp:spPr>
        <a:xfrm>
          <a:off x="185999" y="909826"/>
          <a:ext cx="338180" cy="3381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67C62-4088-4DFF-BD1F-8E5DA09197D2}">
      <dsp:nvSpPr>
        <dsp:cNvPr id="0" name=""/>
        <dsp:cNvSpPr/>
      </dsp:nvSpPr>
      <dsp:spPr>
        <a:xfrm>
          <a:off x="710179" y="771479"/>
          <a:ext cx="9457948" cy="614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74" tIns="65074" rIns="65074" bIns="6507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Used measurement fusion.</a:t>
          </a:r>
          <a:endParaRPr lang="en-US" sz="1900" kern="1200"/>
        </a:p>
      </dsp:txBody>
      <dsp:txXfrm>
        <a:off x="710179" y="771479"/>
        <a:ext cx="9457948" cy="614874"/>
      </dsp:txXfrm>
    </dsp:sp>
    <dsp:sp modelId="{D1482632-1B49-4A8B-9445-4A2E4EB7F539}">
      <dsp:nvSpPr>
        <dsp:cNvPr id="0" name=""/>
        <dsp:cNvSpPr/>
      </dsp:nvSpPr>
      <dsp:spPr>
        <a:xfrm>
          <a:off x="0" y="1540072"/>
          <a:ext cx="10168127" cy="6148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CFC36B-8F19-4093-B22D-2941857E2ECC}">
      <dsp:nvSpPr>
        <dsp:cNvPr id="0" name=""/>
        <dsp:cNvSpPr/>
      </dsp:nvSpPr>
      <dsp:spPr>
        <a:xfrm>
          <a:off x="185999" y="1678419"/>
          <a:ext cx="338180" cy="3381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4C8E4-4238-405E-90F7-027865B6C81A}">
      <dsp:nvSpPr>
        <dsp:cNvPr id="0" name=""/>
        <dsp:cNvSpPr/>
      </dsp:nvSpPr>
      <dsp:spPr>
        <a:xfrm>
          <a:off x="710179" y="1540072"/>
          <a:ext cx="9457948" cy="614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74" tIns="65074" rIns="65074" bIns="6507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Added functionality for different sampling time.</a:t>
          </a:r>
          <a:endParaRPr lang="en-US" sz="1900" kern="1200"/>
        </a:p>
      </dsp:txBody>
      <dsp:txXfrm>
        <a:off x="710179" y="1540072"/>
        <a:ext cx="9457948" cy="614874"/>
      </dsp:txXfrm>
    </dsp:sp>
    <dsp:sp modelId="{8E934911-8C41-4E50-BC7E-79A800695FA0}">
      <dsp:nvSpPr>
        <dsp:cNvPr id="0" name=""/>
        <dsp:cNvSpPr/>
      </dsp:nvSpPr>
      <dsp:spPr>
        <a:xfrm>
          <a:off x="0" y="2308665"/>
          <a:ext cx="10168127" cy="6148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1DE8CB-4143-4DB3-B4DE-C475310DEC9F}">
      <dsp:nvSpPr>
        <dsp:cNvPr id="0" name=""/>
        <dsp:cNvSpPr/>
      </dsp:nvSpPr>
      <dsp:spPr>
        <a:xfrm>
          <a:off x="185999" y="2447012"/>
          <a:ext cx="338180" cy="3381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90602-82FB-4DF9-BF82-F3A3E7347136}">
      <dsp:nvSpPr>
        <dsp:cNvPr id="0" name=""/>
        <dsp:cNvSpPr/>
      </dsp:nvSpPr>
      <dsp:spPr>
        <a:xfrm>
          <a:off x="710179" y="2308665"/>
          <a:ext cx="9457948" cy="614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74" tIns="65074" rIns="65074" bIns="6507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Keep track of the last time a measurement is taken</a:t>
          </a:r>
          <a:endParaRPr lang="en-US" sz="1900" kern="1200"/>
        </a:p>
      </dsp:txBody>
      <dsp:txXfrm>
        <a:off x="710179" y="2308665"/>
        <a:ext cx="9457948" cy="614874"/>
      </dsp:txXfrm>
    </dsp:sp>
    <dsp:sp modelId="{77923D73-AEAD-4F78-9887-E5DB1341D6EB}">
      <dsp:nvSpPr>
        <dsp:cNvPr id="0" name=""/>
        <dsp:cNvSpPr/>
      </dsp:nvSpPr>
      <dsp:spPr>
        <a:xfrm>
          <a:off x="0" y="3077258"/>
          <a:ext cx="10168127" cy="6148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D1D21A-2DAB-4F3A-B5EA-420E54419B71}">
      <dsp:nvSpPr>
        <dsp:cNvPr id="0" name=""/>
        <dsp:cNvSpPr/>
      </dsp:nvSpPr>
      <dsp:spPr>
        <a:xfrm>
          <a:off x="185999" y="3215605"/>
          <a:ext cx="338180" cy="3381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78CDBE-22F4-4287-A189-77B7D5E62F74}">
      <dsp:nvSpPr>
        <dsp:cNvPr id="0" name=""/>
        <dsp:cNvSpPr/>
      </dsp:nvSpPr>
      <dsp:spPr>
        <a:xfrm>
          <a:off x="710179" y="3077258"/>
          <a:ext cx="9457948" cy="614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74" tIns="65074" rIns="65074" bIns="6507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When measuring at the same time it results in zero delta time: F, G change</a:t>
          </a:r>
          <a:endParaRPr lang="en-US" sz="1900" kern="1200"/>
        </a:p>
      </dsp:txBody>
      <dsp:txXfrm>
        <a:off x="710179" y="3077258"/>
        <a:ext cx="9457948" cy="614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D3FE-DEA9-9219-A382-40CDDE1E8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B5E6C-63EC-034D-5B6E-5B723087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2115A-A95B-524B-A2A1-FA0D4D1E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4631-5B30-4081-8B12-45C1575CE418}" type="datetimeFigureOut">
              <a:rPr lang="en-CA" smtClean="0"/>
              <a:t>2024-04-26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65E4E-28C3-47A1-92FB-73B5EABD8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6327A-28A0-4A12-0FF5-CD39436B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797E0-D5B4-4DBD-9D28-A67B54A847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158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1D9B-ADDD-A5F3-61A0-A8BD8235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FE9AC-DFDF-4707-1B5C-24007F29E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A9ADA-7860-5811-5BA0-B12813963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4631-5B30-4081-8B12-45C1575CE418}" type="datetimeFigureOut">
              <a:rPr lang="en-CA" smtClean="0"/>
              <a:t>2024-04-26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A00EA-4237-6829-FCD8-0F2BAA4F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08890-49B7-78B1-12FE-35220A6D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797E0-D5B4-4DBD-9D28-A67B54A847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8275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96B96-7D6F-AF45-3E6D-6C02454D4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FA5CE-E7F4-E4E6-877E-9C1A183D0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03413-72CD-506B-25A9-FDF594A22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4631-5B30-4081-8B12-45C1575CE418}" type="datetimeFigureOut">
              <a:rPr lang="en-CA" smtClean="0"/>
              <a:t>2024-04-26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9F24C-AD47-C631-4817-85C44BD2C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A7816-60D0-A4F1-B5BC-B18F1A454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797E0-D5B4-4DBD-9D28-A67B54A847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043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34625-A4CC-FF56-1273-14B4812A5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AA27-F429-4FB8-5DB5-67793FF0A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010EE-7AD2-F33E-BC3F-CB3AC22C9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277FD-6B64-90EB-5D5F-0BD2D76A6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4631-5B30-4081-8B12-45C1575CE418}" type="datetimeFigureOut">
              <a:rPr lang="en-CA" smtClean="0"/>
              <a:t>2024-04-26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4AFE3-0274-8CA2-3BF0-F9E72567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7D7C6-3245-3A51-7C14-E62531EA2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797E0-D5B4-4DBD-9D28-A67B54A847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726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6677-6B29-FF25-AE33-49670F60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A61B-88A6-C699-E79B-2A296B6D9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95668-99D0-851D-D0F2-C3E1DD4AE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1A2AE-A4EC-C748-7C95-B057BCB0D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451F8-A3E2-42B2-B899-F0981EAA0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BE852-44EC-3AC5-FE7F-27D9419D8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4631-5B30-4081-8B12-45C1575CE418}" type="datetimeFigureOut">
              <a:rPr lang="en-CA" smtClean="0"/>
              <a:t>2024-04-26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B233AE-2812-B123-B236-7EDB34A5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31A10-CAE1-3C65-C124-E5FCA21B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797E0-D5B4-4DBD-9D28-A67B54A847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466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5EF74-66C9-C792-3459-640A5081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53C808-1FF7-1604-C3C6-ACE30BC11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4631-5B30-4081-8B12-45C1575CE418}" type="datetimeFigureOut">
              <a:rPr lang="en-CA" smtClean="0"/>
              <a:t>2024-04-26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07AB1-8D14-9250-0EFD-5C7D3D9F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80CF9-3AA7-3D1D-87D1-D7A1F93D9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797E0-D5B4-4DBD-9D28-A67B54A847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310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A360EF-4C46-F2E9-3FF6-D9822121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4631-5B30-4081-8B12-45C1575CE418}" type="datetimeFigureOut">
              <a:rPr lang="en-CA" smtClean="0"/>
              <a:t>2024-04-26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637AB-F34F-4B05-F659-005F777A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8EB73-CB38-9900-AD3A-DF3FA1799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797E0-D5B4-4DBD-9D28-A67B54A847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1297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7216-DCAF-5B80-112A-893EEB987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98A79-AC18-E2F5-D38E-A48814DFD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E231F-4725-688F-68D5-597E2203E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81A39-A461-FDC0-24BB-2AAB7E2A8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4631-5B30-4081-8B12-45C1575CE418}" type="datetimeFigureOut">
              <a:rPr lang="en-CA" smtClean="0"/>
              <a:t>2024-04-26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F5DD8-470F-78BB-6F9E-BF3388AF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F6752-A456-59B0-9F5E-39FBF7DF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797E0-D5B4-4DBD-9D28-A67B54A847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4948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AC2C-C5BA-6550-5161-BB1F1F8F3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0E1E52-8A20-675B-BA8D-6E6604C743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C4B6B-FF4E-25A6-55C5-23B115A86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1F879-0B8E-9490-2DED-34729F1B3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4631-5B30-4081-8B12-45C1575CE418}" type="datetimeFigureOut">
              <a:rPr lang="en-CA" smtClean="0"/>
              <a:t>2024-04-26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69DF2-11C8-9BD8-C1B5-DDB429F4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94C56-F2DC-D601-9CFF-66BF28C81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797E0-D5B4-4DBD-9D28-A67B54A847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008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E2BB-5C65-C221-D087-615103E5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B3F07-C90F-CAE3-936E-B3DF4A47E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F31D1-D49B-531D-E764-EB5EAB895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4631-5B30-4081-8B12-45C1575CE418}" type="datetimeFigureOut">
              <a:rPr lang="en-CA" smtClean="0"/>
              <a:t>2024-04-26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C953F-EBB3-B84A-D534-9666B375C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2390B-BDEE-0D3B-45A3-CFAEEB1E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797E0-D5B4-4DBD-9D28-A67B54A847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5983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2F2A5-F770-1815-2F57-3E6313FF80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3EC87-1C15-C440-0759-65131F415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FAE5C-71F8-8E67-5634-9A24087B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4631-5B30-4081-8B12-45C1575CE418}" type="datetimeFigureOut">
              <a:rPr lang="en-CA" smtClean="0"/>
              <a:t>2024-04-26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16DB0-2F37-AAC9-5F1C-F62321032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3CBD7-90F3-DF9D-9306-CF10B785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797E0-D5B4-4DBD-9D28-A67B54A847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9767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3D1DB6-DB83-C99C-4BCD-4281B294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411BC-A7E0-ACAB-68D8-6F4223707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082AA-2112-26B6-9C6E-FC4795442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D4631-5B30-4081-8B12-45C1575CE418}" type="datetimeFigureOut">
              <a:rPr lang="en-CA" smtClean="0"/>
              <a:t>2024-04-26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663D1-0272-12A9-1E6F-59368B7B2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27C6-F313-9824-4F46-71A5C4485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9797E0-D5B4-4DBD-9D28-A67B54A847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575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DDB834-45F3-A2E8-EEB6-212052BDF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CA" sz="7200" dirty="0"/>
              <a:t>Multi-Sensor Measurement Fusion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787B88-806A-77AF-4D1D-6B9E09E7B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CA" sz="2800"/>
              <a:t>Marwan Madkour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403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D2574-FA7E-75AD-7C72-DF99CED8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CA" sz="4000" dirty="0"/>
              <a:t>Why multi-sensor?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24CFD3D6-F9D4-6ECD-3269-D50BA94EF2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15568" y="2481943"/>
          <a:ext cx="10168128" cy="3695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531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D2574-FA7E-75AD-7C72-DF99CED8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CA" sz="4000"/>
              <a:t>Assignment Two Extension</a:t>
            </a:r>
            <a:endParaRPr lang="en-CA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DA9D4F97-66FA-68C5-644B-D20B3A2F58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15568" y="2481943"/>
          <a:ext cx="10168128" cy="3695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822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D2574-FA7E-75AD-7C72-DF99CED8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CA" sz="3200"/>
              <a:t>Single Sensor vs Two Sensors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30F44-B2D6-4B12-67F6-FB281F00A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CA" sz="1800" dirty="0"/>
              <a:t>Sampling times: 2 &amp; 3</a:t>
            </a:r>
          </a:p>
          <a:p>
            <a:endParaRPr lang="en-CA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46A53-5BC0-65AF-9B8A-C496A3465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1976285"/>
            <a:ext cx="5481509" cy="3940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1FFB9C-1243-5209-61E0-C760082DE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1973442"/>
            <a:ext cx="5523082" cy="394079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3811368-C4FC-CBB7-11E4-3B9856ED9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238465"/>
              </p:ext>
            </p:extLst>
          </p:nvPr>
        </p:nvGraphicFramePr>
        <p:xfrm>
          <a:off x="618424" y="6013855"/>
          <a:ext cx="1116744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723">
                  <a:extLst>
                    <a:ext uri="{9D8B030D-6E8A-4147-A177-3AD203B41FA5}">
                      <a16:colId xmlns:a16="http://schemas.microsoft.com/office/drawing/2014/main" val="235110628"/>
                    </a:ext>
                  </a:extLst>
                </a:gridCol>
                <a:gridCol w="5583723">
                  <a:extLst>
                    <a:ext uri="{9D8B030D-6E8A-4147-A177-3AD203B41FA5}">
                      <a16:colId xmlns:a16="http://schemas.microsoft.com/office/drawing/2014/main" val="1939803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Single Sensor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Dual Sensor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087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209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D2574-FA7E-75AD-7C72-DF99CED8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CA" sz="3200"/>
              <a:t>Single Sensor vs Two Sensors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30F44-B2D6-4B12-67F6-FB281F00A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r>
              <a:rPr lang="en-CA" sz="1800" dirty="0"/>
              <a:t>Sampling times: 2 &amp; 3</a:t>
            </a:r>
          </a:p>
          <a:p>
            <a:endParaRPr lang="en-CA" sz="1800" dirty="0"/>
          </a:p>
          <a:p>
            <a:endParaRPr lang="en-CA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C9FD49-F782-D3D8-3203-85760A00B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95" y="1917289"/>
            <a:ext cx="5742548" cy="43538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36A34F-F320-FB0D-99AA-89D22259E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78" y="1917289"/>
            <a:ext cx="5844721" cy="435388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A6CE75F-60C5-1AE4-5060-35ACA446D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284586"/>
              </p:ext>
            </p:extLst>
          </p:nvPr>
        </p:nvGraphicFramePr>
        <p:xfrm>
          <a:off x="618424" y="6271178"/>
          <a:ext cx="1116744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723">
                  <a:extLst>
                    <a:ext uri="{9D8B030D-6E8A-4147-A177-3AD203B41FA5}">
                      <a16:colId xmlns:a16="http://schemas.microsoft.com/office/drawing/2014/main" val="235110628"/>
                    </a:ext>
                  </a:extLst>
                </a:gridCol>
                <a:gridCol w="5583723">
                  <a:extLst>
                    <a:ext uri="{9D8B030D-6E8A-4147-A177-3AD203B41FA5}">
                      <a16:colId xmlns:a16="http://schemas.microsoft.com/office/drawing/2014/main" val="1939803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Single Sensor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Dual Sensor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08715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55E6BB7F-2CEA-4D0B-978A-12A2F5518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600" y="429096"/>
            <a:ext cx="3558992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43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D2574-FA7E-75AD-7C72-DF99CED8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CA" sz="3200" dirty="0"/>
              <a:t>Single Sensor vs Two Sensors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30F44-B2D6-4B12-67F6-FB281F00A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r>
              <a:rPr lang="en-CA" sz="1800" dirty="0"/>
              <a:t>Sampling time: 2 &amp; 2</a:t>
            </a:r>
          </a:p>
          <a:p>
            <a:r>
              <a:rPr lang="en-CA" sz="1800" dirty="0"/>
              <a:t>RMSE goes down more </a:t>
            </a:r>
          </a:p>
          <a:p>
            <a:endParaRPr lang="en-CA" sz="1800" dirty="0"/>
          </a:p>
          <a:p>
            <a:endParaRPr lang="en-CA" sz="1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A6CE75F-60C5-1AE4-5060-35ACA446D5DB}"/>
              </a:ext>
            </a:extLst>
          </p:cNvPr>
          <p:cNvGraphicFramePr>
            <a:graphicFrameLocks noGrp="1"/>
          </p:cNvGraphicFramePr>
          <p:nvPr/>
        </p:nvGraphicFramePr>
        <p:xfrm>
          <a:off x="618424" y="6271178"/>
          <a:ext cx="1116744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723">
                  <a:extLst>
                    <a:ext uri="{9D8B030D-6E8A-4147-A177-3AD203B41FA5}">
                      <a16:colId xmlns:a16="http://schemas.microsoft.com/office/drawing/2014/main" val="235110628"/>
                    </a:ext>
                  </a:extLst>
                </a:gridCol>
                <a:gridCol w="5583723">
                  <a:extLst>
                    <a:ext uri="{9D8B030D-6E8A-4147-A177-3AD203B41FA5}">
                      <a16:colId xmlns:a16="http://schemas.microsoft.com/office/drawing/2014/main" val="1939803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Single Sensor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Dual Sensor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08715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E627AF6-F020-A537-EBF1-24876CA96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45124"/>
            <a:ext cx="5615812" cy="43756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6184E6-91A1-793E-C38D-1189DAE2D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38" y="1778531"/>
            <a:ext cx="5615812" cy="434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02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D2574-FA7E-75AD-7C72-DF99CED8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CA" sz="3200" dirty="0"/>
              <a:t>Different Sampling Times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30F44-B2D6-4B12-67F6-FB281F00A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CA" sz="1800" dirty="0"/>
          </a:p>
          <a:p>
            <a:r>
              <a:rPr lang="en-CA" sz="1800" dirty="0"/>
              <a:t>RMSE goes down more </a:t>
            </a:r>
          </a:p>
          <a:p>
            <a:endParaRPr lang="en-CA" sz="1800" dirty="0"/>
          </a:p>
          <a:p>
            <a:endParaRPr lang="en-CA" sz="1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A6CE75F-60C5-1AE4-5060-35ACA446D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214604"/>
              </p:ext>
            </p:extLst>
          </p:nvPr>
        </p:nvGraphicFramePr>
        <p:xfrm>
          <a:off x="618424" y="6271178"/>
          <a:ext cx="1116744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723">
                  <a:extLst>
                    <a:ext uri="{9D8B030D-6E8A-4147-A177-3AD203B41FA5}">
                      <a16:colId xmlns:a16="http://schemas.microsoft.com/office/drawing/2014/main" val="235110628"/>
                    </a:ext>
                  </a:extLst>
                </a:gridCol>
                <a:gridCol w="5583723">
                  <a:extLst>
                    <a:ext uri="{9D8B030D-6E8A-4147-A177-3AD203B41FA5}">
                      <a16:colId xmlns:a16="http://schemas.microsoft.com/office/drawing/2014/main" val="1939803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 and 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 and 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08715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E627AF6-F020-A537-EBF1-24876CA96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051" y="1820343"/>
            <a:ext cx="5615812" cy="4375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9721D0-7C1E-BAA7-D71B-9EB8FB8F4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83" y="1820342"/>
            <a:ext cx="5564417" cy="437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64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5" name="Freeform: Shape 4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D2574-FA7E-75AD-7C72-DF99CED8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CA" sz="2800"/>
              <a:t>Sensor coverage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30F44-B2D6-4B12-67F6-FB281F00A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CA" sz="1700" dirty="0" err="1"/>
              <a:t>m_tent</a:t>
            </a:r>
            <a:r>
              <a:rPr lang="en-CA" sz="1700" dirty="0"/>
              <a:t>=3</a:t>
            </a:r>
          </a:p>
          <a:p>
            <a:pPr marL="0" indent="0">
              <a:buNone/>
            </a:pPr>
            <a:r>
              <a:rPr lang="en-CA" sz="1700" dirty="0" err="1"/>
              <a:t>n_tent</a:t>
            </a:r>
            <a:r>
              <a:rPr lang="en-CA" sz="1700" dirty="0"/>
              <a:t>=3</a:t>
            </a:r>
          </a:p>
          <a:p>
            <a:pPr marL="0" indent="0">
              <a:buNone/>
            </a:pPr>
            <a:r>
              <a:rPr lang="en-CA" sz="1700" dirty="0" err="1"/>
              <a:t>m_conf</a:t>
            </a:r>
            <a:r>
              <a:rPr lang="en-CA" sz="1700" dirty="0"/>
              <a:t>=5</a:t>
            </a:r>
          </a:p>
          <a:p>
            <a:pPr marL="0" indent="0">
              <a:buNone/>
            </a:pPr>
            <a:r>
              <a:rPr lang="en-CA" sz="1700" dirty="0" err="1"/>
              <a:t>n_conf</a:t>
            </a:r>
            <a:r>
              <a:rPr lang="en-CA" sz="1700" dirty="0"/>
              <a:t>=5</a:t>
            </a:r>
          </a:p>
          <a:p>
            <a:endParaRPr lang="en-CA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B1ED98-97EA-49DF-A80A-2B43B2FD9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238" y="1311254"/>
            <a:ext cx="9001334" cy="450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15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Freeform: Shape 53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6" name="Freeform: Shape 5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D2574-FA7E-75AD-7C72-DF99CED8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CA" sz="2800"/>
              <a:t>Sensor coverage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30F44-B2D6-4B12-67F6-FB281F00A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CA" sz="1700" dirty="0" err="1"/>
              <a:t>m_tent</a:t>
            </a:r>
            <a:r>
              <a:rPr lang="en-CA" sz="1700" dirty="0"/>
              <a:t>=3</a:t>
            </a:r>
          </a:p>
          <a:p>
            <a:pPr marL="0" indent="0">
              <a:buNone/>
            </a:pPr>
            <a:r>
              <a:rPr lang="en-CA" sz="1700" dirty="0" err="1"/>
              <a:t>n_tent</a:t>
            </a:r>
            <a:r>
              <a:rPr lang="en-CA" sz="1700" dirty="0"/>
              <a:t>=6</a:t>
            </a:r>
          </a:p>
          <a:p>
            <a:pPr marL="0" indent="0">
              <a:buNone/>
            </a:pPr>
            <a:r>
              <a:rPr lang="en-CA" sz="1700" dirty="0" err="1"/>
              <a:t>m_conf</a:t>
            </a:r>
            <a:r>
              <a:rPr lang="en-CA" sz="1700" dirty="0"/>
              <a:t>=5</a:t>
            </a:r>
          </a:p>
          <a:p>
            <a:pPr marL="0" indent="0">
              <a:buNone/>
            </a:pPr>
            <a:r>
              <a:rPr lang="en-CA" sz="1700" dirty="0" err="1"/>
              <a:t>n_conf</a:t>
            </a:r>
            <a:r>
              <a:rPr lang="en-CA" sz="1700" dirty="0"/>
              <a:t>=5</a:t>
            </a:r>
          </a:p>
          <a:p>
            <a:endParaRPr lang="en-CA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25719-7C31-3FB0-2B9C-DC5A5620C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303" y="1086765"/>
            <a:ext cx="8497603" cy="460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37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D2574-FA7E-75AD-7C72-DF99CED8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CA" sz="3200" dirty="0"/>
              <a:t>Conclusion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00740-FC96-7B6A-AD2F-43F01A5A3DC7}"/>
              </a:ext>
            </a:extLst>
          </p:cNvPr>
          <p:cNvSpPr txBox="1"/>
          <p:nvPr/>
        </p:nvSpPr>
        <p:spPr>
          <a:xfrm>
            <a:off x="609343" y="2660940"/>
            <a:ext cx="1016681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CA" sz="2400" dirty="0"/>
              <a:t>For our case, multiple sensors do not increase accuracy significantly.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CA" sz="2400" dirty="0"/>
              <a:t>More range coverage.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CA" sz="2400" dirty="0"/>
              <a:t>Better for different types of sensors with different parameters.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CA" sz="2400" dirty="0"/>
              <a:t>Latency might increase for sensors with different sampling times.</a:t>
            </a:r>
          </a:p>
          <a:p>
            <a:endParaRPr lang="en-CA" sz="1800" dirty="0"/>
          </a:p>
          <a:p>
            <a:endParaRPr lang="en-CA" sz="1800" dirty="0"/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12041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D2574-FA7E-75AD-7C72-DF99CED8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40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214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Wingdings</vt:lpstr>
      <vt:lpstr>Office Theme</vt:lpstr>
      <vt:lpstr>Multi-Sensor Measurement Fusion</vt:lpstr>
      <vt:lpstr>Why multi-sensor?</vt:lpstr>
      <vt:lpstr>Assignment Two Extension</vt:lpstr>
      <vt:lpstr>Single Sensor vs Two Sensors</vt:lpstr>
      <vt:lpstr>Single Sensor vs Two Sensors</vt:lpstr>
      <vt:lpstr>Single Sensor vs Two Sensors</vt:lpstr>
      <vt:lpstr>Different Sampling Times</vt:lpstr>
      <vt:lpstr>Sensor coverage</vt:lpstr>
      <vt:lpstr>Sensor coverage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Multi-Sensor Measurement Fusion</dc:title>
  <dc:creator>Marwan Madkour</dc:creator>
  <cp:lastModifiedBy>Marwan Madkour</cp:lastModifiedBy>
  <cp:revision>10</cp:revision>
  <dcterms:created xsi:type="dcterms:W3CDTF">2024-04-25T23:26:26Z</dcterms:created>
  <dcterms:modified xsi:type="dcterms:W3CDTF">2024-04-26T17:39:16Z</dcterms:modified>
</cp:coreProperties>
</file>